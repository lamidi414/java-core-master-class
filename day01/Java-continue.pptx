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notesMasterIdLst>
    <p:notesMasterId r:id="rId10"/>
  </p:notesMasterIdLst>
  <p:sldIdLst>
    <p:sldId id="267" r:id="rId2"/>
    <p:sldId id="269" r:id="rId3"/>
    <p:sldId id="268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5EBBE-089A-418E-917D-0CE7A7C687CA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246CC-87A0-4D0D-9FA8-DADB2ACC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15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09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4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72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15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05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246CC-87A0-4D0D-9FA8-DADB2ACCFE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68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43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3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74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07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35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24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7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03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0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7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776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842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02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42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35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354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51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DFF08F-DC6B-4601-B491-B0F83F6DD2DA}" type="datetimeFigureOut">
              <a:rPr lang="en-US" smtClean="0"/>
              <a:pPr/>
              <a:t>24-Feb-26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67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02C3-124B-276A-8EEE-77FF9DF4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729"/>
            <a:ext cx="9601196" cy="1026732"/>
          </a:xfrm>
        </p:spPr>
        <p:txBody>
          <a:bodyPr/>
          <a:lstStyle/>
          <a:p>
            <a:r>
              <a:rPr lang="en-US" b="1" dirty="0"/>
              <a:t>Java Imported package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012" y="1357461"/>
            <a:ext cx="8191976" cy="4662392"/>
          </a:xfrm>
        </p:spPr>
      </p:pic>
    </p:spTree>
    <p:extLst>
      <p:ext uri="{BB962C8B-B14F-4D97-AF65-F5344CB8AC3E}">
        <p14:creationId xmlns:p14="http://schemas.microsoft.com/office/powerpoint/2010/main" val="217290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1" y="660400"/>
            <a:ext cx="10337800" cy="5549900"/>
          </a:xfrm>
        </p:spPr>
      </p:pic>
    </p:spTree>
    <p:extLst>
      <p:ext uri="{BB962C8B-B14F-4D97-AF65-F5344CB8AC3E}">
        <p14:creationId xmlns:p14="http://schemas.microsoft.com/office/powerpoint/2010/main" val="178783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9" y="245025"/>
            <a:ext cx="11188699" cy="6367950"/>
          </a:xfrm>
        </p:spPr>
      </p:pic>
    </p:spTree>
    <p:extLst>
      <p:ext uri="{BB962C8B-B14F-4D97-AF65-F5344CB8AC3E}">
        <p14:creationId xmlns:p14="http://schemas.microsoft.com/office/powerpoint/2010/main" val="1246612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8" y="245025"/>
            <a:ext cx="11188701" cy="6367950"/>
          </a:xfrm>
        </p:spPr>
      </p:pic>
    </p:spTree>
    <p:extLst>
      <p:ext uri="{BB962C8B-B14F-4D97-AF65-F5344CB8AC3E}">
        <p14:creationId xmlns:p14="http://schemas.microsoft.com/office/powerpoint/2010/main" val="370146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8" y="245025"/>
            <a:ext cx="11188701" cy="6367950"/>
          </a:xfrm>
        </p:spPr>
      </p:pic>
    </p:spTree>
    <p:extLst>
      <p:ext uri="{BB962C8B-B14F-4D97-AF65-F5344CB8AC3E}">
        <p14:creationId xmlns:p14="http://schemas.microsoft.com/office/powerpoint/2010/main" val="3919424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8" y="245025"/>
            <a:ext cx="11188701" cy="6367950"/>
          </a:xfrm>
        </p:spPr>
      </p:pic>
    </p:spTree>
    <p:extLst>
      <p:ext uri="{BB962C8B-B14F-4D97-AF65-F5344CB8AC3E}">
        <p14:creationId xmlns:p14="http://schemas.microsoft.com/office/powerpoint/2010/main" val="226540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8" y="245025"/>
            <a:ext cx="11188701" cy="6367950"/>
          </a:xfrm>
        </p:spPr>
      </p:pic>
    </p:spTree>
    <p:extLst>
      <p:ext uri="{BB962C8B-B14F-4D97-AF65-F5344CB8AC3E}">
        <p14:creationId xmlns:p14="http://schemas.microsoft.com/office/powerpoint/2010/main" val="363795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8" y="219625"/>
            <a:ext cx="11188701" cy="6367950"/>
          </a:xfrm>
        </p:spPr>
      </p:pic>
    </p:spTree>
    <p:extLst>
      <p:ext uri="{BB962C8B-B14F-4D97-AF65-F5344CB8AC3E}">
        <p14:creationId xmlns:p14="http://schemas.microsoft.com/office/powerpoint/2010/main" val="1678403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541</TotalTime>
  <Words>11</Words>
  <Application>Microsoft Office PowerPoint</Application>
  <PresentationFormat>Widescreen</PresentationFormat>
  <Paragraphs>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Garamond</vt:lpstr>
      <vt:lpstr>Organic</vt:lpstr>
      <vt:lpstr>Java Imported 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Abdulhamid</dc:creator>
  <cp:lastModifiedBy>Salisu Abdulhamid</cp:lastModifiedBy>
  <cp:revision>15</cp:revision>
  <cp:lastPrinted>2024-08-12T21:42:01Z</cp:lastPrinted>
  <dcterms:created xsi:type="dcterms:W3CDTF">2024-07-31T07:35:46Z</dcterms:created>
  <dcterms:modified xsi:type="dcterms:W3CDTF">2026-02-23T23:22:06Z</dcterms:modified>
</cp:coreProperties>
</file>